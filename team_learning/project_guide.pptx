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학생용 따라하기 가이드 · PROJECT GUIDE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 TDF 크롤링 →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DB 적재 프로젝트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찾기부터 코드 작성·업로드·클라우드 매일 자동화까지, 전 과정을 따라 만든다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595360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709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공시  →  파싱  →  SQLite  →  매일 cron  →  클라우드 DB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TDF(은퇴목표 펀드)의 기준가·설정액·순자산·보수를 매일 KOFIA에서 수집해 SQLite에 시계열로 쌓는다.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공시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5146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받기·파싱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5146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514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적재(시계열)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0" y="2514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E2A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cron·클라우드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무인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VM에서 매일 08:00 자동으로 한 날치가 쌓이는 살아있는 데이터 DB.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23160" y="384048"/>
            <a:ext cx="9125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여정 — 5단계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찾기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실제 엔드포인트·요청 형식 파악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566928" cy="566928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크롤러 작성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25328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받기(fetch) → 파싱(parse) → TDF 필터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566928" cy="566928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3558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적재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33741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설계 + 멱등 upsert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566928" cy="566928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1970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자동화·과거 누적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69280" y="42153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실행 + backfill + 테스트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0566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5038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배포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69280" y="50566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업로드 → VM 실행 → cron 매일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23160" y="384048"/>
            <a:ext cx="9125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(5분)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코어는 표준 라이브러리 + requests 뿐. 무겁지 않다.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95144"/>
            <a:ext cx="63642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3.10+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받기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테스트(선택)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sqlite3·xml 은 파이썬 내장 → 설치 불필요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214884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1488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클라우드용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VM(리눅스) · SSH 접속 · git 또는 scp (Part ⑤)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329184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29184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팁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출력 깨지면 sys.stdout.reconfigure(encoding='utf-8')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 미리보기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만들 목표 모양. 책임별로 파일이 나뉜다(왜 나누는지는 ④에서).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126480" cy="3840480"/>
          </a:xfrm>
          <a:prstGeom prst="roundRect">
            <a:avLst>
              <a:gd name="adj" fmla="val 1905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49424"/>
            <a:ext cx="57241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tdf_crawler/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config.py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엔드포인트·컬럼맵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fetchers/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받기(POST)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parsers.py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XML→레코드(순수)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discovery.py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TDF 필터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db.py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스키마·upsert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run.py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일일 실행 CLI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backfill.py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과거 누적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21488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1488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21488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픽스처 기반 테스트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30632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cloud_quickstart/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0" y="30632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 클라우드 빌드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39776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39776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3977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역할별·스키마 문서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48920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8920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data/tdf.db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48920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DB(시계열)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3774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데이터 소스 찾기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어디서·어떻게 데이터를 받나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공시 사이트의 실제 요청을 관찰한다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실제 엔드포인트 파악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개발자도구(F12) → Network 에서 화면이 보내는 실제 POST를 관찰한다.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49424"/>
            <a:ext cx="636422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https://dis.kofia.or.kr/proframeWeb/XMLSERVICES/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&lt;pfmSvcName&gt;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DISFundStdPriceSO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&lt;/pfmSvcName&gt;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&lt;tmpV30&gt;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20260610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&lt;/tmpV30&gt;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날짜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&lt;tmpV11&gt;&lt;/tmpV11&gt;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운용사(빈값=전체)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응답: &lt;selectMeta&gt; 가 펀드 1개, tmpV6=기준가…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2103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1031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핵심 함정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proframeWeb 의 대문자 W! 소문자는 죽은 주소 → 307→에러로 '0건'.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703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37033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GET이 아니라 POST+XML. 빈 운용사로 전체 2.6만 펀드를 한 번에.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3774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· 크롤러 작성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 → 파싱 → 필터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흉내 내고, 응답에서 값을 뽑고, TDF만 남긴다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 (fetch) — POST 요청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= f"""&lt;message&gt;&lt;proframeHeader&gt;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...DISFundStdPriceSO...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&lt;/proframeHeader&gt;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&lt;DISCondFuncDTO&gt;&lt;tmpV30&gt;{date}&lt;/tmpV30&gt;&lt;tmpV11&gt;&lt;/tmpV11&gt;&lt;/DISCondFuncDTO&gt;&lt;/message&gt;"""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requests.post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(URL, data=body.encode("utf-8"),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headers={"Content-Type":"application/xml; charset=UTF-8"})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본문은 .encode('utf-8')로 보낸다(한글 안전). 실제 코드는 fetchers/http_fetcher.py·base.py.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②-b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(parse) — XML→레코드 (순수함수)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766560" cy="3200400"/>
          </a:xfrm>
          <a:prstGeom prst="roundRect">
            <a:avLst>
              <a:gd name="adj" fmla="val 2286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xml.etree import ElementTree as ET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ET.fromstring(xml_bytes)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el in root.iter():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local(el.tag)=="selectMeta":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 = el/tmpV12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펀드코드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el/tmpV2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펀드명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  = el/tmpV6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기준가(원)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aum  = el/tmpV5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설정액(백만원)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순수함수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네트워크·DB 없이 bytes→레코드. 저장된 응답(픽스처)으로 테스트 가능.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338328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338328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매핑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tmpV1..N 의 의미는 config.py 한 곳에. KOFIA가 바뀌면 거기만 수정.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②-c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TDF만 골라내기 (discovery)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766560" cy="2103120"/>
          </a:xfrm>
          <a:prstGeom prst="roundRect">
            <a:avLst>
              <a:gd name="adj" fmla="val 3478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364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is_tdf(fund):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kw = ("TDF","TARGET DATE","타겟데이트")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any(k in fund.name.upper()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kw)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2.6만 → TDF 약 1,950개로 압축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이름 키워드 필터가 곧 'TDF 탐색'. 실제: discovery.py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받기·파싱·필터가 갖춰졌다 → 저장(③)으로.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3774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· DB 적재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SQLite에 시계열로 쌓기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스키마를 정하고, 중복 없이 매일 한 장씩 누적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설계 — 키는 (펀드 × 날짜)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펀드 정보(코드·이름·운용사·만기연도)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328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nav_daily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53288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기준가·설정액·순자산  (일별)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826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flows_daily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28269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순유입 = 설정액 증감  (파생)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325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403250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합성총보수·운용·판매보수  (월별)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78231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82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crawl_runs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78231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로그(상태·건수)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키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3종은 PRIMARY KEY (fund_code, base_date) — 펀드 한 개 × 날짜 한 개 = 한 행.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③-b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upsert — 매일 안전하게 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766560" cy="2468880"/>
          </a:xfrm>
          <a:prstGeom prst="roundRect">
            <a:avLst>
              <a:gd name="adj" fmla="val 296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3642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nav_daily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VALUES (...)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(fund_code, base_date)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UPDATE SET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nav=excluded.nav, ...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키면 덮어쓰기 → 중복 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실행해도 행수 그대로. 재시도·매일 실행이 안전해지는 핵심. 실제: db.py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날 두 번 돌려도, 실패 후 다시 돌려도 데이터가 망가지지 않는다.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③-c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실행 &amp; 확인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# 패키지 설치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tdf_crawler.run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--date 2026-06-10   # 그날 수집·적재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sqlite3; print(sqlite3.connect(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'data/tdf.db')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.execute('SELECT COUNT(*) FROM nav_daily').fetchone())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data/tdf.db 가 생기고 nav_daily 행수가 출력되면 ③ 성공. (한 번 실행=그날 스냅샷 1장)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3774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· 자동화 &amp; 과거 누적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매일·과거를 안전하게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backfill로 과거를 채우고, 테스트로 안전망을 친다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전체 누적 (backfill)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tdf_crawler.backfill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--start 2024-01-01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영업일만 수집 · 휴장일 자동 스킵 · 이미 받은 날은 건너뜀(resume)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과거→현재 순으로 적재 후 순유입(Δ설정액) 일괄 재계산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65960" y="384048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38404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8404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8404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8404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384048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8404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8404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0" y="384048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8404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38404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날짜가 한 줄씩 늘어 시계열이 된다(덮어쓰기 아님).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④-b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테스트로 안전망 (TDD)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3642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......................  50 passed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픽스처(저장된 응답)로 네트워크 없이 검증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순수 파서 덕분에 빠르고 안정적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좋은가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고쳐도 'pytest' 한 줄로 안 깨졌는지 즉시 확인. 분리(②)의 보상.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로컬에서 만들기·자동화가 끝났다 → 클라우드로(⑤).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37744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 · 클라우드 배포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올리고, VM에서 매일 돌리기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→ 환경 구성 → 1주일 빌드 → cron 자동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올리기 — git 또는 scp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A · git (권장)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50840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&amp;&amp; git add .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"tdf crawler"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비공개 repo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VM에서: git clone … / git pull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B · scp/pscp (간단)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3408" y="2203704"/>
            <a:ext cx="46268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pscp -i key.ppk -r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user@vm:~/tdf-crawler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변환 없이 .ppk 그대로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(PuTTY 도구)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26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개인키·data/tdf.db 는 절대 git/이미지에 올리지 말 것(.gitignore 확인).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⑤-b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 준비 — 독립 환경(venv)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user@&lt;vm-ip&gt;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# 접속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python3-venv python3-pip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(없을 때만)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~/tdf-crawler &amp;&amp; python3 -m venv .venv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.venv/bin/pip install -e 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# requests 등 설치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두려워 말 것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VM의 venv는 네 로컬 윈도우 환경을 전혀 안 쓴다. 서버에 깨끗한 독립 환경이 새로 생긴다.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⑤-c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클라우드에서 1주일치 DB 구축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cloud_quickstart/run_week.sh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최근 1주일 적재 + 검증(자동감지)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cloud_quickstart/verify.sh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행수·날짜·시계열 샘플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휴장일 스킵·resume 내장 → 중단해도 다시 실행하면 이어서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40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GCP VM(Ubuntu)에서 5영업일 · nav 9,757행 적재 확인. data/tdf.db 가 서버 안에 생성됨. 크롤링↔DB 연결이 클라우드에서 그대로 일어난다.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⑤-d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으로 매일 자동 + 검증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104790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timedatectl set-timezone Asia/Seoul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"0 8 * * * cd ~/tdf-crawler &amp;&amp;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-m tdf_crawler.run \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&gt;&gt; ~/tdf-crawler/logs/crawl.log 2&gt;&amp;1" | crontab -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crontab -l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등록 확인 · systemctl is-active cron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08:00 KST 무인 실행 → 안 켜도 매일 한 장씩.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343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43434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crontab -l 비면? echo "…"|crontab - 로 직접 설치(set -e+grep 주의).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423160" y="384048"/>
            <a:ext cx="9125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재현 체크리스트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2A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 소스: KOFIA 실제 POST 파악 (proframeWeb 대문자!)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2A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크롤러: fetch(POST) → parse(selectMeta/tmpV) → TDF 필터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4655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DB: 스키마 + 멱등 upsert → python -m tdf_crawler.run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3068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2A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자동화: backfill로 과거 누적 + pytest 통과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1480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1480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클라우드: 업로드 → venv → run_week.sh → crontab 등록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65960" y="384048"/>
            <a:ext cx="9582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가진 것 &amp; 더 배우기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E2A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 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78308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만들어 클라우드에서 매일 도는 TDF 데이터 DB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E2A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807208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team_learning/ 레슨 00–11 (직접 따라 만들기)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E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313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83133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cloud_quickstart/ (1주일 클라우드 빌드)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554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E2A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554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보기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485546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 (설계·개발·운영·분석) · docs/schema (ER·컬럼)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TDF 프로젝트 가이드 · 따라하기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만들면, 당신도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매일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쌓는다.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찾기 → 크롤러 → DB 적재 → 자동화 → 클라우드 cron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3657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tdf_crawler · cloud_quickstart · docs/ · team_learning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TDF 크롤링→DB 적재 프로젝트 — 전체 가이드(따라하기)</dc:title>
  <dc:subject>PptxGenJS Presentation</dc:subject>
  <dc:creator>team_learning</dc:creator>
  <cp:lastModifiedBy>team_learning</cp:lastModifiedBy>
  <cp:revision>1</cp:revision>
  <dcterms:created xsi:type="dcterms:W3CDTF">2026-06-10T01:43:57Z</dcterms:created>
  <dcterms:modified xsi:type="dcterms:W3CDTF">2026-06-10T01:43:57Z</dcterms:modified>
</cp:coreProperties>
</file>