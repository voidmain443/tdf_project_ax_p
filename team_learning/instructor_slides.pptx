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타이밍 10분. 데모: 브라우저 F12 Network에서 실제 XHR을 같이 본다. 핵심 질문: 화면은 비었는데 표는 어디서 오나? → XHR → 그래서 POST를 흉내낸다.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타이밍 10분. 라이브로 crawl_v1.py 실행. 일부러 소문자 proframeweb로 0건을 보여주고 대문자로 고치는 시연이 강력함.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타이밍 20분. 가장 중요한 개념 슬라이드. tdf_onefile.py를 두 번 실행해 행수가 그대로임을 보인다. 그다음 PK 줄을 지우고 두 배가 되는 것도 보여주면 멱등성이 각인됨.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두려움 해소 포인트: VM의 venv는 로컬 윈도우 환경을 전혀 안 쓴다. 실제로 GCP VM에서 검증됨.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11의 핵심 교육장치. --date로 어제·오늘을 연속 적재해 시계열이 자라는 걸 즉석에서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실제로 밟은 함정. walkthrough_gcp_plink.md에 기록. 강사는 crontab -l이 비면 이 함정을 의심하라고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강사용 진행 가이드 · INSTRUCTOR DECK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크롤링으로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파이프라인 만들기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3886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KOFIA TDF 크롤러 · team_learning 커리큘럼 (레슨 00–11)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6583680" cy="56692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70916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로컬에서 만들어  →  클라우드에서 매일 무인 수집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241280" y="594360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0" y="594360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0" y="594360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E2A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94560" y="384048"/>
            <a:ext cx="9720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수업은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453384" cy="3291840"/>
          </a:xfrm>
          <a:prstGeom prst="roundRect">
            <a:avLst>
              <a:gd name="adj" fmla="val 2222"/>
            </a:avLst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057400"/>
            <a:ext cx="640080" cy="640080"/>
          </a:xfrm>
          <a:prstGeom prst="ellipse">
            <a:avLst/>
          </a:prstGeom>
          <a:solidFill>
            <a:srgbClr val="0E2A3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2880360"/>
            <a:ext cx="2813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3429000"/>
            <a:ext cx="281330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 기초 문법만 아는 팀원.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크롤링이 처음이어도 OK.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367784" y="1737360"/>
            <a:ext cx="3453384" cy="3291840"/>
          </a:xfrm>
          <a:prstGeom prst="roundRect">
            <a:avLst>
              <a:gd name="adj" fmla="val 2222"/>
            </a:avLst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4687824" y="2057400"/>
            <a:ext cx="640080" cy="640080"/>
          </a:xfrm>
          <a:prstGeom prst="ellipse">
            <a:avLst/>
          </a:prstGeom>
          <a:solidFill>
            <a:srgbClr val="0E2A3B"/>
          </a:solidFill>
          <a:ln/>
        </p:spPr>
      </p:sp>
      <p:sp>
        <p:nvSpPr>
          <p:cNvPr id="12" name="Text 10"/>
          <p:cNvSpPr/>
          <p:nvPr/>
        </p:nvSpPr>
        <p:spPr>
          <a:xfrm>
            <a:off x="4687824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87824" y="2880360"/>
            <a:ext cx="2813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87824" y="3429000"/>
            <a:ext cx="281330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크롤러가 어떻게 한 단계씩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만들어졌는지 직접 만들며 이해.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095488" y="1737360"/>
            <a:ext cx="3453384" cy="3291840"/>
          </a:xfrm>
          <a:prstGeom prst="roundRect">
            <a:avLst>
              <a:gd name="adj" fmla="val 2222"/>
            </a:avLst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5528" y="2057400"/>
            <a:ext cx="640080" cy="640080"/>
          </a:xfrm>
          <a:prstGeom prst="ellipse">
            <a:avLst/>
          </a:prstGeom>
          <a:solidFill>
            <a:srgbClr val="0E2A3B"/>
          </a:solidFill>
          <a:ln/>
        </p:spPr>
      </p:sp>
      <p:sp>
        <p:nvSpPr>
          <p:cNvPr id="17" name="Text 15"/>
          <p:cNvSpPr/>
          <p:nvPr/>
        </p:nvSpPr>
        <p:spPr>
          <a:xfrm>
            <a:off x="8415528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15528" y="2880360"/>
            <a:ext cx="2813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415528" y="3429000"/>
            <a:ext cx="281330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로컬에서 만든 크롤러가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클라우드에서 매일 도는 DB.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team_learning · 강사용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0E2A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737360" y="384048"/>
            <a:ext cx="9720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철학 — 작게 → 동작 → 정리 → 클라우드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418588" cy="21945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68880"/>
            <a:ext cx="24185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2144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작게 시작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657600"/>
            <a:ext cx="21442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요청부터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076956" y="2194560"/>
            <a:ext cx="3749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70148" y="2194560"/>
            <a:ext cx="2418588" cy="21945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470148" y="2468880"/>
            <a:ext cx="24185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607308" y="3200400"/>
            <a:ext cx="2144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동작하는 MVP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07308" y="3657600"/>
            <a:ext cx="21442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파일로 끝까지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07024" y="2194560"/>
            <a:ext cx="3749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300216" y="2194560"/>
            <a:ext cx="2418588" cy="219456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6300216" y="2468880"/>
            <a:ext cx="24185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437376" y="3200400"/>
            <a:ext cx="2144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책임별 분리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37376" y="3657600"/>
            <a:ext cx="21442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config·parser·db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737092" y="2194560"/>
            <a:ext cx="3749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130284" y="2194560"/>
            <a:ext cx="2418588" cy="2194560"/>
          </a:xfrm>
          <a:prstGeom prst="roundRect">
            <a:avLst>
              <a:gd name="adj" fmla="val 3333"/>
            </a:avLst>
          </a:prstGeom>
          <a:solidFill>
            <a:srgbClr val="0E2A3B"/>
          </a:solidFill>
          <a:ln/>
        </p:spPr>
      </p:sp>
      <p:sp>
        <p:nvSpPr>
          <p:cNvPr id="21" name="Text 19"/>
          <p:cNvSpPr/>
          <p:nvPr/>
        </p:nvSpPr>
        <p:spPr>
          <a:xfrm>
            <a:off x="9130284" y="2468880"/>
            <a:ext cx="24185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267444" y="3200400"/>
            <a:ext cx="2144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자동화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67444" y="3657600"/>
            <a:ext cx="21442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cron 매일 무인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475488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멋진 구조를 만들지 않습니다. 동작하는 코드를 정리하며 구조가 나옵니다.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team_learning · 강사용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E2A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94560" y="384048"/>
            <a:ext cx="9720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아젠다 &amp; 권장 시간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087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7982712"/>
                <a:gridCol w="13716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00–02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환경 · HTTP/응답 · 사이트 관찰(왜 POST)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03–05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크롤 → XML 파싱 → SQLite 저장 (라이브 데모)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06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파일 MVP + 멱등성 ★ (두 번 실행 데모)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07–08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config/parser/db 분리 · 테스트(TDD)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09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멱등·매일 스냅샷 누적·백필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10–11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클라우드 DB 연결 · cron 매일 수집 ★ (실습)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합계 약 2.5–3시간 · 라이브 데모 중심, 학생이 직접 타이핑하게.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team_learning · 강사용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0E2A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737360" y="384048"/>
            <a:ext cx="9720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운영 팁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03504" cy="603504"/>
          </a:xfrm>
          <a:prstGeom prst="ellipse">
            <a:avLst/>
          </a:prstGeom>
          <a:solidFill>
            <a:srgbClr val="0E2A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7647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데모 중심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1671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강사가 한 줄씩 실행 → 학생이 따라 타이핑. 출력을 함께 본다.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862072"/>
            <a:ext cx="603504" cy="603504"/>
          </a:xfrm>
          <a:prstGeom prst="ellipse">
            <a:avLst/>
          </a:prstGeom>
          <a:solidFill>
            <a:srgbClr val="0E2A3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6207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08760" y="2843784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체크포인트마다 확인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08760" y="32461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레슨 끝 '여기까지 되면 OK' 기준으로 전원 진도 맞추기.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941064"/>
            <a:ext cx="603504" cy="603504"/>
          </a:xfrm>
          <a:prstGeom prst="ellipse">
            <a:avLst/>
          </a:prstGeom>
          <a:solidFill>
            <a:srgbClr val="0E2A3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4106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08760" y="392277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함정은 미리 경고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08760" y="43251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proframeWeb 대문자·휴장일 0건·한글 인코딩 등은 터지기 전에 짚기.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020056"/>
            <a:ext cx="603504" cy="603504"/>
          </a:xfrm>
          <a:prstGeom prst="ellipse">
            <a:avLst/>
          </a:prstGeom>
          <a:solidFill>
            <a:srgbClr val="0E2A3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02005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08760" y="500176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'왜'를 먼저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508760" y="540410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명령보다 개념. '왜 POST?' '왜 멱등성?'을 먼저 묻고 답하게.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team_learning · 강사용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로컬에서 크롤러 만들기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4023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레슨 00–09 · HTTP부터 멱등·자동화까지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E2A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00–02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94560" y="384048"/>
            <a:ext cx="9720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개념: 웹은 데이터를 어떻게 주나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6035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= 요청·응답의 대화. 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크롤링 = 브라우저 대신 코드가 그 대화를 한다.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KOFIA는 화면이 비고 뒤에서 XHR로 데이터를 받아온다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그래서 우리는 그 '뒤의 요청'을 그대로 흉내 낸다 (POST + XML).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858000" y="1783080"/>
            <a:ext cx="4663440" cy="3017520"/>
          </a:xfrm>
          <a:prstGeom prst="roundRect">
            <a:avLst>
              <a:gd name="adj" fmla="val 2424"/>
            </a:avLst>
          </a:prstGeom>
          <a:solidFill>
            <a:srgbClr val="0E2A3B"/>
          </a:solidFill>
          <a:ln/>
          <a:effectLst>
            <a:outerShdw sx="100000" sy="100000" kx="0" ky="0" algn="bl" rotWithShape="0" blurRad="114300" dist="38100" dir="5400000">
              <a:srgbClr val="0B1F2C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59168" y="1929384"/>
            <a:ext cx="426110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개발자도구 → Network 탭에서 관찰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/proframeWeb/XMLSERVICES/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&lt;pfmSvcName&gt;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DISFundStdPriceSO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&lt;tmpV30&gt;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20260610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&lt;/tmpV30&gt;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&lt;tmpV11&gt;&lt;/tmpV11&gt;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비우면 전체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응답: &lt;selectMeta&gt; 가 펀드 1개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50292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포인트: '왜 GET이 아니라 POST인가'를 학생이 관찰로 깨닫게.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team_learning · 강사용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0E2A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737360" y="384048"/>
            <a:ext cx="9720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크롤 — KOFIA에 POST해서 받기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6583680" cy="3291840"/>
          </a:xfrm>
          <a:prstGeom prst="roundRect">
            <a:avLst>
              <a:gd name="adj" fmla="val 2222"/>
            </a:avLst>
          </a:prstGeom>
          <a:solidFill>
            <a:srgbClr val="0E2A3B"/>
          </a:solidFill>
          <a:ln/>
          <a:effectLst>
            <a:outerShdw sx="100000" sy="100000" kx="0" ky="0" algn="bl" rotWithShape="0" blurRad="114300" dist="38100" dir="5400000">
              <a:srgbClr val="0B1F2C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883664"/>
            <a:ext cx="6181344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"https://dis.kofia.or.kr/proframeWeb/XMLSERVICES/"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=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"&lt;message&gt;...DISFundStdPriceSO..."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requests.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post(URL, data=body.encode(),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headers={"Content-Type":"application/xml"})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print(r.text.count("&lt;selectMeta&gt;"), "개")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26,000여 펀드를 한 번에 수신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863840" y="182880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CEFD9"/>
          </a:solidFill>
          <a:ln w="12700">
            <a:solidFill>
              <a:srgbClr val="F2A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0" y="1828800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함정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proframeWeb 의 대문자 W! 소문자면 307→에러로 '0건'.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63840" y="338328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E6FB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3383280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 펀드 수가 출력되면 OK. 0건이면 날짜/대소문자 점검.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team_learning · 강사용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E2A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04–05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94560" y="384048"/>
            <a:ext cx="9720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파싱 → 저장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XML에서 값 뽑기 (parse)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0E2A3B"/>
          </a:solidFill>
          <a:ln/>
          <a:effectLst>
            <a:outerShdw sx="100000" sy="100000" kx="0" ky="0" algn="bl" rotWithShape="0" blurRad="114300" dist="38100" dir="5400000">
              <a:srgbClr val="0B1F2C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2203704"/>
            <a:ext cx="508406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el in root.iter():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local(el.tag)=="selectMeta":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code = el.find tmpV12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펀드코드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= el.find tmpV2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펀드명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nav  = el.find tmpV6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기준가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"TDF" in name: keep()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TDF만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9224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SQLite에 저장 (save)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92240" y="2057400"/>
            <a:ext cx="5029200" cy="2651760"/>
          </a:xfrm>
          <a:prstGeom prst="roundRect">
            <a:avLst>
              <a:gd name="adj" fmla="val 2759"/>
            </a:avLst>
          </a:prstGeom>
          <a:solidFill>
            <a:srgbClr val="0E2A3B"/>
          </a:solidFill>
          <a:ln/>
          <a:effectLst>
            <a:outerShdw sx="100000" sy="100000" kx="0" ky="0" algn="bl" rotWithShape="0" blurRad="114300" dist="38100" dir="5400000">
              <a:srgbClr val="0B1F2C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93408" y="2203704"/>
            <a:ext cx="462686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 = sqlite3.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connect("tdf.db")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con.execute(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"CREATE TABLE ...")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con.execute(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"INSERT ... VALUES(?,?)")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con.commit()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파일 하나가 곧 DB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983480"/>
            <a:ext cx="10607040" cy="868680"/>
          </a:xfrm>
          <a:prstGeom prst="roundRect">
            <a:avLst>
              <a:gd name="adj" fmla="val 8421"/>
            </a:avLst>
          </a:prstGeom>
          <a:solidFill>
            <a:srgbClr val="E6FB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9834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포인트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여기까지가 '크롤링 → DB 연결'의 로컬 버전. Part 2에서 이게 클라우드 서버 위에서 똑같이 일어난다.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team_learning · 강사용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E2A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★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94560" y="384048"/>
            <a:ext cx="9720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파일 MVP + 멱등성 (핵심)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583680" cy="2651760"/>
          </a:xfrm>
          <a:prstGeom prst="roundRect">
            <a:avLst>
              <a:gd name="adj" fmla="val 2759"/>
            </a:avLst>
          </a:prstGeom>
          <a:solidFill>
            <a:srgbClr val="0E2A3B"/>
          </a:solidFill>
          <a:ln/>
          <a:effectLst>
            <a:outerShdw sx="100000" sy="100000" kx="0" ky="0" algn="bl" rotWithShape="0" blurRad="114300" dist="38100" dir="5400000">
              <a:srgbClr val="0B1F2C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929384"/>
            <a:ext cx="618134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tdf_nav (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fund_code, base_date, nav, aum,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PRIMARY KEY (fund_code, base_date)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한 펀드×한 날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...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CONFLICT DO UPDATE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= upsert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663440"/>
            <a:ext cx="6583680" cy="1097280"/>
          </a:xfrm>
          <a:prstGeom prst="roundRect">
            <a:avLst>
              <a:gd name="adj" fmla="val 6667"/>
            </a:avLst>
          </a:prstGeom>
          <a:solidFill>
            <a:srgbClr val="E6FB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66344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 + upsert = 멱등성. 몇 번 실행해도 중복이 안 쌓인다.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63840" y="1783080"/>
            <a:ext cx="3703320" cy="3977640"/>
          </a:xfrm>
          <a:prstGeom prst="roundRect">
            <a:avLst>
              <a:gd name="adj" fmla="val 1975"/>
            </a:avLst>
          </a:prstGeom>
          <a:solidFill>
            <a:srgbClr val="0E2A3B"/>
          </a:solidFill>
          <a:ln/>
          <a:effectLst>
            <a:outerShdw sx="100000" sy="100000" kx="0" ky="0" algn="bl" rotWithShape="0" blurRad="114300" dist="38100" dir="5400000">
              <a:srgbClr val="0B1F2C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46720" y="20116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데모: 두 번 실행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46720" y="2560320"/>
            <a:ext cx="3337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실행 → 1,950 행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실행 → 1,950 행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행수 그대로!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이래서 매일 자동화가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안전하다 (재시도 OK).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team_learning · 강사용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E2A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07–08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94560" y="384048"/>
            <a:ext cx="9720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책임별 분리 · 테스트(TDD)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리팩터링 — 왜 쪼개나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파일이 커지면: 변경에 약함·테스트 어려움·재사용 불가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(변하기 쉬운 것) ·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parsers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(순수함수)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(저장) ·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(지휘자)로 분리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20116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TDD — 순수함수 테스트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37960" y="2514600"/>
            <a:ext cx="4709160" cy="1828800"/>
          </a:xfrm>
          <a:prstGeom prst="roundRect">
            <a:avLst>
              <a:gd name="adj" fmla="val 4000"/>
            </a:avLst>
          </a:prstGeom>
          <a:solidFill>
            <a:srgbClr val="0E2A3B"/>
          </a:solidFill>
          <a:ln/>
          <a:effectLst>
            <a:outerShdw sx="100000" sy="100000" kx="0" ky="0" algn="bl" rotWithShape="0" blurRad="114300" dist="38100" dir="5400000">
              <a:srgbClr val="0B1F2C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39128" y="2660904"/>
            <a:ext cx="430682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test_parse_number():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assert num("1,927.46")==1927.46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assert num("")  is None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네트워크 없이 픽스처로 검증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37960" y="45262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분리했더니 → 파싱만 떼어 빠르게 시험 가능 (보상)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team_learning · 강사용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0E2A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737360" y="384048"/>
            <a:ext cx="9720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멱등 · 매일 스냅샷 누적 · 백필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실행 = 그날 스냅샷 1장을 시계열로 '추가'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774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06-04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237744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11680" y="237744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0" y="23774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06-05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237744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83280" y="237744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23774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06-08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37744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54880" y="237744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23774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06-09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0" y="237744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26480" y="237744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23774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06-10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5204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전체를 갈아엎는 게 아니라, 날짜가 한 줄씩 늘어 시계열이 된다.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4069080"/>
            <a:ext cx="6949440" cy="1371600"/>
          </a:xfrm>
          <a:prstGeom prst="roundRect">
            <a:avLst>
              <a:gd name="adj" fmla="val 5333"/>
            </a:avLst>
          </a:prstGeom>
          <a:solidFill>
            <a:srgbClr val="0E2A3B"/>
          </a:solidFill>
          <a:ln/>
          <a:effectLst>
            <a:outerShdw sx="100000" sy="100000" kx="0" ky="0" algn="bl" rotWithShape="0" blurRad="114300" dist="38100" dir="5400000">
              <a:srgbClr val="0B1F2C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41248" y="4215384"/>
            <a:ext cx="65471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과거를 한 번에 채우기 (영업일만, 휴장일 스킵)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tdf_crawler.backfill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--start 2024-01-01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이미 받은 날은 건너뜀 → 중단해도 이어서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863840" y="406908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E6FB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069080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중요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배운 멱등·백필이 Part 2(클라우드 매일)의 토대.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team_learning · 강사용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클라우드로 옮겨 매일 돌리기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레슨 10–11 · 클라우드 DB 연결 → cron 매일 무인 수집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46634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663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git은 안다고 가정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0E2A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737360" y="384048"/>
            <a:ext cx="9720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DB — 크롤링 ↔ sqlite 연결 해부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37744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94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KOFIA 요청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0" y="201168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37744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2194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2651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XML→값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52160" y="201168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309360" y="2011680"/>
            <a:ext cx="2377440" cy="1234440"/>
          </a:xfrm>
          <a:prstGeom prst="roundRect">
            <a:avLst>
              <a:gd name="adj" fmla="val 5926"/>
            </a:avLst>
          </a:prstGeom>
          <a:solidFill>
            <a:srgbClr val="0E2A3B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194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db.upsert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2651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저장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0" y="201168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144000" y="2011680"/>
            <a:ext cx="2377440" cy="1234440"/>
          </a:xfrm>
          <a:prstGeom prst="roundRect">
            <a:avLst>
              <a:gd name="adj" fmla="val 5926"/>
            </a:avLst>
          </a:prstGeom>
          <a:solidFill>
            <a:srgbClr val="0E2A3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0" y="2194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tdf.db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0" y="2651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 파일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7490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실행 = (fund_code, base_date) 한 묶음 = 그날 스냅샷 1장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VM의 독립 venv에서 실행 → DB가 '서버 안에' 생성된다 (로컬 환경과 무관).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484632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0E2A3B"/>
          </a:solidFill>
          <a:ln/>
          <a:effectLst>
            <a:outerShdw sx="100000" sy="100000" kx="0" ky="0" algn="bl" rotWithShape="0" blurRad="114300" dist="38100" dir="5400000">
              <a:srgbClr val="0B1F2C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41248" y="4992624"/>
            <a:ext cx="104790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user@vm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git clone … &amp;&amp; python3 -m venv .venv &amp;&amp; pip install -e .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cloud_quickstart/run_week.sh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1주일 적재 + 검증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team_learning · 강사용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0E2A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737360" y="384048"/>
            <a:ext cx="9720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cron으로 매일 자동 수집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cron = 리눅스의 '시간표 비서'. crontab 한 줄을 분해해 보자: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0E2A3B"/>
          </a:solidFill>
          <a:ln/>
          <a:effectLst>
            <a:outerShdw sx="100000" sy="100000" kx="0" ky="0" algn="bl" rotWithShape="0" blurRad="114300" dist="38100" dir="5400000">
              <a:srgbClr val="0B1F2C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2386584"/>
            <a:ext cx="10479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8 * * *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~/tdf-crawler &amp;&amp; .venv/bin/python -m tdf_crawler.run &gt;&gt; logs/crawl.log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105156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461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37033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74520" y="3154680"/>
            <a:ext cx="105156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1874520" y="32461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74520" y="37033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08960" y="3154680"/>
            <a:ext cx="105156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3108960" y="32461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108960" y="37033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43400" y="3154680"/>
            <a:ext cx="105156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4343400" y="32461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343400" y="37033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577840" y="3154680"/>
            <a:ext cx="105156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5577840" y="32461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77840" y="37033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요일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3434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E6FB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343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08:00(KST)에 크롤러 1회 실행, 로그는 파일로 → 내가 안 켜도 매일 한 장씩 쌓인다.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team_learning · 강사용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E2A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★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94560" y="384048"/>
            <a:ext cx="9720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중 '여러 날' 시뮬레이션 (교육장치)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cron은 본래 하루를 기다려야 보이죠. 날짜를 바꿔 연속 실행해 '매일 쌓임'을 즉석에서 재현: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6766560" cy="1828800"/>
          </a:xfrm>
          <a:prstGeom prst="roundRect">
            <a:avLst>
              <a:gd name="adj" fmla="val 4000"/>
            </a:avLst>
          </a:prstGeom>
          <a:solidFill>
            <a:srgbClr val="0E2A3B"/>
          </a:solidFill>
          <a:ln/>
          <a:effectLst>
            <a:outerShdw sx="100000" sy="100000" kx="0" ky="0" algn="bl" rotWithShape="0" blurRad="114300" dist="38100" dir="5400000">
              <a:srgbClr val="0B1F2C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2569464"/>
            <a:ext cx="636422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d in 06-08 06-09 06-10;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python -m tdf_crawler.run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--date $d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nav_daily 날짜가 3개로 늘어남!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40880" y="2423160"/>
            <a:ext cx="4526280" cy="868680"/>
          </a:xfrm>
          <a:prstGeom prst="roundRect">
            <a:avLst>
              <a:gd name="adj" fmla="val 8421"/>
            </a:avLst>
          </a:prstGeom>
          <a:solidFill>
            <a:srgbClr val="E6FB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0" y="242316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안 기다리고도 '매일 수집'을 수업 안에서 완결.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040880" y="3429000"/>
            <a:ext cx="4526280" cy="822960"/>
          </a:xfrm>
          <a:prstGeom prst="roundRect">
            <a:avLst>
              <a:gd name="adj" fmla="val 8889"/>
            </a:avLst>
          </a:prstGeom>
          <a:solidFill>
            <a:srgbClr val="FCEFD9"/>
          </a:solidFill>
          <a:ln w="12700">
            <a:solidFill>
              <a:srgbClr val="F2A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0" y="342900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그다음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날 또 실행 → 행수 그대로 = 멱등 증명.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572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마무리: 진짜 cron 등록 → '내일 날짜가 하나 더 늘었는지 확인'을 숙제로.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team_learning · 강사용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0E2A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737360" y="384048"/>
            <a:ext cx="9720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cron 등록 실전 — 순서와 함정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675120" cy="3108960"/>
          </a:xfrm>
          <a:prstGeom prst="roundRect">
            <a:avLst>
              <a:gd name="adj" fmla="val 2353"/>
            </a:avLst>
          </a:prstGeom>
          <a:solidFill>
            <a:srgbClr val="0E2A3B"/>
          </a:solidFill>
          <a:ln/>
          <a:effectLst>
            <a:outerShdw sx="100000" sy="100000" kx="0" ky="0" algn="bl" rotWithShape="0" blurRad="114300" dist="38100" dir="5400000">
              <a:srgbClr val="0B1F2C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929384"/>
            <a:ext cx="627278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cron이 돌릴 명령을 먼저 1회 손검증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tdf_crawler.run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타임존·데몬·로그폴더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timedatectl set-timezone Asia/Seoul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enable --now cron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crontab 직접 설치(절대경로)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"0 8 * * * …run…" | crontab -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crontab -l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등록 확인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955280" y="1783080"/>
            <a:ext cx="3611880" cy="1508760"/>
          </a:xfrm>
          <a:prstGeom prst="roundRect">
            <a:avLst>
              <a:gd name="adj" fmla="val 4848"/>
            </a:avLst>
          </a:prstGeom>
          <a:solidFill>
            <a:srgbClr val="FCEFD9"/>
          </a:solidFill>
          <a:ln w="12700">
            <a:solidFill>
              <a:srgbClr val="F2A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0" y="1783080"/>
            <a:ext cx="3246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함정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 -e 안에서 ( crontab -l | grep…) 쓰면 빈 crontab일 때 grep 실패로 '빈 crontab' 설치됨.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55280" y="342900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E6FB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0" y="342900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echo "…" | crontab - 로 직접 설치. 로그는 %를 피해 단일 crawl.log.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team_learning · 강사용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E2A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94560" y="384048"/>
            <a:ext cx="9720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GCP VM에서 검증됨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331464" cy="2651760"/>
          </a:xfrm>
          <a:prstGeom prst="roundRect">
            <a:avLst>
              <a:gd name="adj" fmla="val 344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B1F2C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468880"/>
            <a:ext cx="3331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1,950+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68680" y="3611880"/>
            <a:ext cx="2874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수집된 TDF 펀드(클래스)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28744" y="1920240"/>
            <a:ext cx="3331464" cy="2651760"/>
          </a:xfrm>
          <a:prstGeom prst="roundRect">
            <a:avLst>
              <a:gd name="adj" fmla="val 344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B1F2C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28744" y="2468880"/>
            <a:ext cx="3331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9,757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4657344" y="3611880"/>
            <a:ext cx="2874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적재된 nav 행 (5영업일)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17408" y="1920240"/>
            <a:ext cx="3331464" cy="2651760"/>
          </a:xfrm>
          <a:prstGeom prst="roundRect">
            <a:avLst>
              <a:gd name="adj" fmla="val 3448"/>
            </a:avLst>
          </a:prstGeom>
          <a:solidFill>
            <a:srgbClr val="0E2A3B"/>
          </a:solidFill>
          <a:ln/>
          <a:effectLst>
            <a:outerShdw sx="100000" sy="100000" kx="0" ky="0" algn="bl" rotWithShape="0" blurRad="114300" dist="38100" dir="5400000">
              <a:srgbClr val="0B1F2C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17408" y="2468880"/>
            <a:ext cx="3331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08:00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8446008" y="3611880"/>
            <a:ext cx="2874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KST cron 자동 실행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93776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Ubuntu VM · Docker 없이 venv 경로 · 코드는 SSH로 직접 업로드 → 1주일 DB 구축 + cron 가동.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team_learning · 강사용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E2A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94560" y="384048"/>
            <a:ext cx="9720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체크포인트 (여기까지 되면 OK)</a:t>
            </a:r>
            <a:endParaRPr lang="en-US" sz="27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0879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6286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레슨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학생이 도달해야 할 상태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03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 응답에서 펀드 수가 출력된다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05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tdf.db 파일이 생기고 SELECT로 행이 보인다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06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번 실행해도 행수가 그대로(멱등)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08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pytest 가 통과한다(PASSED)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VM에서 실행 → data/tdf.db가 '서버에' 생긴다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crontab -l 에 한 줄, --date 연속 실행으로 날짜가 는다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team_learning · 강사용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E2A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PITFALL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94560" y="384048"/>
            <a:ext cx="9720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함정 모음 (강사 치트시트)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92608" cy="292608"/>
          </a:xfrm>
          <a:prstGeom prst="ellipse">
            <a:avLst/>
          </a:prstGeom>
          <a:solidFill>
            <a:srgbClr val="F2A23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7830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proframeweb (소문자)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0" y="178308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대문자 W! → proframeWeb. 아니면 307→에러 0건.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670048"/>
            <a:ext cx="292608" cy="292608"/>
          </a:xfrm>
          <a:prstGeom prst="ellipse">
            <a:avLst/>
          </a:prstGeom>
          <a:solidFill>
            <a:srgbClr val="F2A23C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62432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평일인데 0건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262432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휴장일이면 정상. 전부 0이면 구조 변경 의심.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511296"/>
            <a:ext cx="292608" cy="292608"/>
          </a:xfrm>
          <a:prstGeom prst="ellipse">
            <a:avLst/>
          </a:prstGeom>
          <a:solidFill>
            <a:srgbClr val="F2A23C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46557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 출력 깨짐(윈도우)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3465576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sys.stdout.reconfigure(encoding='utf-8')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352544"/>
            <a:ext cx="292608" cy="292608"/>
          </a:xfrm>
          <a:prstGeom prst="ellipse">
            <a:avLst/>
          </a:prstGeom>
          <a:solidFill>
            <a:srgbClr val="F2A23C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30682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VM에 pip 없음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0" y="4306824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sudo apt install python3-venv python3-pip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193792"/>
            <a:ext cx="292608" cy="292608"/>
          </a:xfrm>
          <a:prstGeom prst="ellipse">
            <a:avLst/>
          </a:prstGeom>
          <a:solidFill>
            <a:srgbClr val="F2A23C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514807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crontab -l 이 빔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0" y="5148072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echo "…" | crontab - 로 직접 설치(set -e+grep 함정)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team_learning · 강사용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E2A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94560" y="384048"/>
            <a:ext cx="9720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숙제 &amp; 더 배우기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0E2A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숙제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34640" y="178308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cron 등록 후 '내일 verify로 날짜 1개 증가' 확인 · exercises 7–9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807208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0E2A3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0720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깊이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34640" y="280720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역할별 docs/ (설계자·개발자·운영자·분석가)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831336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0E2A3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83133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사전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34640" y="383133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docs/schema (ER 다이어그램 + 컬럼 의미)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4855464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0E2A3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85546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배포 기록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34640" y="4855464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docs/deploy/walkthrough_gcp_plink.md (재현 명령 그대로)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team_learning · 강사용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로컬에서 만들어,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클라우드에서 매일.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4206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→ 파싱 → 저장 → 한 파일 MVP → 분리 → 테스트 → 멱등·백필 → 클라우드 DB → cron 매일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937760"/>
            <a:ext cx="36576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team_learning · cloud_quickstart · docs/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크롤링 데이터 파이프라인 — 강사용 진행 가이드</dc:title>
  <dc:subject>PptxGenJS Presentation</dc:subject>
  <dc:creator>team_learning</dc:creator>
  <cp:lastModifiedBy>team_learning</cp:lastModifiedBy>
  <cp:revision>1</cp:revision>
  <dcterms:created xsi:type="dcterms:W3CDTF">2026-06-10T01:34:00Z</dcterms:created>
  <dcterms:modified xsi:type="dcterms:W3CDTF">2026-06-10T01:34:00Z</dcterms:modified>
</cp:coreProperties>
</file>